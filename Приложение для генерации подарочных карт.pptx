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E0FB0-6B33-4244-80CD-C581150941F5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C5355-E80D-46CC-AE75-DF089A2E6DB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E0FB0-6B33-4244-80CD-C581150941F5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C5355-E80D-46CC-AE75-DF089A2E6DB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E0FB0-6B33-4244-80CD-C581150941F5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C5355-E80D-46CC-AE75-DF089A2E6DB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E0FB0-6B33-4244-80CD-C581150941F5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C5355-E80D-46CC-AE75-DF089A2E6DB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E0FB0-6B33-4244-80CD-C581150941F5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C5355-E80D-46CC-AE75-DF089A2E6DB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E0FB0-6B33-4244-80CD-C581150941F5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C5355-E80D-46CC-AE75-DF089A2E6DB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E0FB0-6B33-4244-80CD-C581150941F5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C5355-E80D-46CC-AE75-DF089A2E6DB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E0FB0-6B33-4244-80CD-C581150941F5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C5355-E80D-46CC-AE75-DF089A2E6DBD}" type="slidenum">
              <a:rPr lang="ru-RU" smtClean="0"/>
              <a:t>‹#›</a:t>
            </a:fld>
            <a:endParaRPr lang="ru-RU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E0FB0-6B33-4244-80CD-C581150941F5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03C5355-E80D-46CC-AE75-DF089A2E6DBD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E0FB0-6B33-4244-80CD-C581150941F5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C5355-E80D-46CC-AE75-DF089A2E6DB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E0FB0-6B33-4244-80CD-C581150941F5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C5355-E80D-46CC-AE75-DF089A2E6DB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203C5355-E80D-46CC-AE75-DF089A2E6DBD}" type="slidenum">
              <a:rPr lang="ru-RU" smtClean="0"/>
              <a:t>‹#›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C42E0FB0-6B33-4244-80CD-C581150941F5}" type="datetimeFigureOut">
              <a:rPr lang="ru-RU" smtClean="0"/>
              <a:t>06.11.2025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Приложение для генерации подарочных карт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Быстрое создание карты подарков для </a:t>
            </a:r>
            <a:r>
              <a:rPr lang="ru-RU" dirty="0" err="1">
                <a:solidFill>
                  <a:schemeClr val="tx1"/>
                </a:solidFill>
              </a:rPr>
              <a:t>Telegram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7957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8255" y="1412776"/>
            <a:ext cx="7942177" cy="326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/>
              <a:t>Проблематика </a:t>
            </a:r>
            <a:endParaRPr lang="en-US" sz="3200" b="1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ru-RU" sz="2400" dirty="0" smtClean="0"/>
              <a:t>1. Ручное </a:t>
            </a:r>
            <a:r>
              <a:rPr lang="ru-RU" sz="2400" dirty="0"/>
              <a:t>создание карточек занимает время </a:t>
            </a:r>
            <a:endParaRPr lang="en-US" sz="2400" dirty="0"/>
          </a:p>
          <a:p>
            <a:r>
              <a:rPr lang="ru-RU" sz="2400" dirty="0" smtClean="0"/>
              <a:t>2. Нужен </a:t>
            </a:r>
            <a:r>
              <a:rPr lang="ru-RU" sz="2400" dirty="0"/>
              <a:t>единый красивый визуальный формат для подарков </a:t>
            </a:r>
            <a:endParaRPr lang="en-US" sz="2400" dirty="0"/>
          </a:p>
          <a:p>
            <a:r>
              <a:rPr lang="ru-RU" sz="2400" dirty="0" smtClean="0"/>
              <a:t>3. Требуется </a:t>
            </a:r>
            <a:r>
              <a:rPr lang="ru-RU" sz="2400" dirty="0"/>
              <a:t>гибкость в параметрах (цена, время, количество, изображение) 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72398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9552" y="1484784"/>
            <a:ext cx="792088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/>
              <a:t>Что делает </a:t>
            </a:r>
            <a:r>
              <a:rPr lang="ru-RU" sz="3200" b="1" dirty="0" smtClean="0"/>
              <a:t>бот? </a:t>
            </a:r>
          </a:p>
          <a:p>
            <a:endParaRPr lang="ru-RU" b="1" dirty="0"/>
          </a:p>
          <a:p>
            <a:endParaRPr lang="en-US" b="1" dirty="0"/>
          </a:p>
          <a:p>
            <a:r>
              <a:rPr lang="ru-RU" sz="2400" dirty="0" smtClean="0"/>
              <a:t>Генерирует </a:t>
            </a:r>
            <a:r>
              <a:rPr lang="ru-RU" sz="2400" dirty="0"/>
              <a:t>карточку подарка по заданным параметрам </a:t>
            </a:r>
            <a:endParaRPr lang="en-US" sz="2400" dirty="0"/>
          </a:p>
          <a:p>
            <a:r>
              <a:rPr lang="ru-RU" sz="2400" i="1" dirty="0" smtClean="0"/>
              <a:t>Поддерживает</a:t>
            </a:r>
            <a:r>
              <a:rPr lang="ru-RU" sz="2400" i="1" dirty="0"/>
              <a:t>: </a:t>
            </a:r>
            <a:r>
              <a:rPr lang="ru-RU" sz="2400" dirty="0"/>
              <a:t>основный/вторичный цвет, цену в USD, цену в звездах, цену в TON, имя подарка, URL изображения, количество, время 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49351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980728"/>
            <a:ext cx="9143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/>
              <a:t>Параметры карты 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1594" y="1916832"/>
            <a:ext cx="6275822" cy="3676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633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349479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 smtClean="0"/>
              <a:t>Настройка цвета и стиля </a:t>
            </a:r>
            <a:endParaRPr lang="ru-RU" sz="32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8050" y="2708920"/>
            <a:ext cx="4407900" cy="958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226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412776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/>
              <a:t>П</a:t>
            </a:r>
            <a:r>
              <a:rPr lang="ru-RU" sz="3200" dirty="0" smtClean="0"/>
              <a:t>оддержка </a:t>
            </a:r>
            <a:r>
              <a:rPr lang="ru-RU" sz="3200" dirty="0"/>
              <a:t>разных валют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2524" y="2636304"/>
            <a:ext cx="4618951" cy="1600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7691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700808"/>
            <a:ext cx="9143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/>
              <a:t>Название подарка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109" y="3090867"/>
            <a:ext cx="6447779" cy="397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3558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484784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/>
              <a:t>Добавление изображения подарка по URL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1810" y="2852936"/>
            <a:ext cx="5540379" cy="349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0894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" y="1412776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/>
              <a:t>Параметры времени и количества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8659" y="2636912"/>
            <a:ext cx="4447085" cy="948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7679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4666" y="1052736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 smtClean="0"/>
              <a:t>Сгенерировать карту</a:t>
            </a:r>
            <a:endParaRPr lang="ru-RU" sz="32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2060848"/>
            <a:ext cx="2818176" cy="991581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3645" y="3212976"/>
            <a:ext cx="4608512" cy="1740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9299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29209" y="1196752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 smtClean="0"/>
              <a:t>История запросов</a:t>
            </a:r>
            <a:endParaRPr lang="ru-RU" sz="32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2060848"/>
            <a:ext cx="2232248" cy="705784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202" y="3356992"/>
            <a:ext cx="7545464" cy="2016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0319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10142" y="1052736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 smtClean="0"/>
              <a:t>Результат</a:t>
            </a:r>
            <a:endParaRPr lang="ru-RU" sz="32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1782" y="2276872"/>
            <a:ext cx="5940152" cy="3009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9160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1988840"/>
            <a:ext cx="813690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 smtClean="0"/>
              <a:t>Для </a:t>
            </a:r>
            <a:r>
              <a:rPr lang="ru-RU" sz="3200" b="1" dirty="0"/>
              <a:t>чего? </a:t>
            </a:r>
            <a:endParaRPr lang="ru-RU" sz="3200" b="1" dirty="0" smtClean="0"/>
          </a:p>
          <a:p>
            <a:endParaRPr lang="ru-RU" dirty="0"/>
          </a:p>
          <a:p>
            <a:endParaRPr lang="ru-RU" dirty="0" smtClean="0"/>
          </a:p>
          <a:p>
            <a:r>
              <a:rPr lang="ru-RU" sz="2400" dirty="0" smtClean="0"/>
              <a:t>Подарки </a:t>
            </a:r>
            <a:r>
              <a:rPr lang="ru-RU" sz="2400" dirty="0"/>
              <a:t>для подписчиков каналов </a:t>
            </a:r>
          </a:p>
          <a:p>
            <a:r>
              <a:rPr lang="ru-RU" sz="2400" dirty="0" smtClean="0"/>
              <a:t>Акции </a:t>
            </a:r>
            <a:r>
              <a:rPr lang="ru-RU" sz="2400" dirty="0"/>
              <a:t>и розыгрыши в чатах </a:t>
            </a:r>
          </a:p>
          <a:p>
            <a:r>
              <a:rPr lang="ru-RU" sz="2400" dirty="0" smtClean="0"/>
              <a:t>Промо-пакеты </a:t>
            </a:r>
            <a:r>
              <a:rPr lang="ru-RU" sz="2400" dirty="0"/>
              <a:t>для партнёров</a:t>
            </a:r>
          </a:p>
        </p:txBody>
      </p:sp>
    </p:spTree>
    <p:extLst>
      <p:ext uri="{BB962C8B-B14F-4D97-AF65-F5344CB8AC3E}">
        <p14:creationId xmlns:p14="http://schemas.microsoft.com/office/powerpoint/2010/main" val="34279150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оседство">
  <a:themeElements>
    <a:clrScheme name="Соседство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Стандартная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оседство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44</TotalTime>
  <Words>119</Words>
  <Application>Microsoft Office PowerPoint</Application>
  <PresentationFormat>Экран (4:3)</PresentationFormat>
  <Paragraphs>28</Paragraphs>
  <Slides>13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4" baseType="lpstr">
      <vt:lpstr>Соседство</vt:lpstr>
      <vt:lpstr>Приложение для генерации подарочных карт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5</cp:revision>
  <dcterms:created xsi:type="dcterms:W3CDTF">2025-11-06T13:33:39Z</dcterms:created>
  <dcterms:modified xsi:type="dcterms:W3CDTF">2025-11-06T14:17:49Z</dcterms:modified>
</cp:coreProperties>
</file>